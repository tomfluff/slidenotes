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日本語のスライド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アクセシビリティは、みんなで取り組むものです。漢字・ひらがな・カタカナ。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Mixed: English and 日本語 on one line.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2026-10-02T03:26:42Z</dcterms:created>
  <dcterms:modified xsi:type="dcterms:W3CDTF">2026-10-02T03:26:42Z</dcterms:modified>
</cp:coreProperties>
</file>