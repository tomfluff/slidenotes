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Fixture slide one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Body text on the first page.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Fixture slide two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2026-09-22T23:49:44Z</dcterms:created>
  <dcterms:modified xsi:type="dcterms:W3CDTF">2026-09-22T23:49:44Z</dcterms:modified>
</cp:coreProperties>
</file>