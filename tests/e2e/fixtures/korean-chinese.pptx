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ko-KR" altLang="en-US" sz="4000" b="1" dirty="0">
                <a:solidFill>
                  <a:srgbClr val="000000"/>
                </a:solidFill>
              </a:rPr>
              <a:t>한국어 슬라이드</a:t>
            </a:r>
            <a:endParaRPr lang="ko-KR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ko-KR" altLang="en-US" sz="2000" dirty="0">
                <a:solidFill>
                  <a:srgbClr val="000000"/>
                </a:solidFill>
              </a:rPr>
              <a:t>접근성은 모두가 함께 만드는 것입니다.</a:t>
            </a:r>
            <a:endParaRPr lang="ko-KR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000000"/>
                </a:solidFill>
              </a:rPr>
              <a:t>简体中文幻灯片</a:t>
            </a:r>
            <a:endParaRPr lang="zh-CN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无障碍是大家共同努力的事情。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2026-10-02T07:27:17Z</dcterms:created>
  <dcterms:modified xsi:type="dcterms:W3CDTF">2026-10-02T07:27:17Z</dcterms:modified>
</cp:coreProperties>
</file>